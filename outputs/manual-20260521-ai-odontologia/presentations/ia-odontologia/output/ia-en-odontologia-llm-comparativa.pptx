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fd36b1aa524aed" /><Relationship Type="http://schemas.openxmlformats.org/officeDocument/2006/relationships/extended-properties" Target="/docProps/app.xml" Id="R8a4587b219474f00" /><Relationship Type="http://schemas.openxmlformats.org/officeDocument/2006/relationships/officeDocument" Target="/ppt/presentation.xml" Id="Rc1a0cd78e3b042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3649d1cb754b73"/>
  </p:sldMasterIdLst>
  <p:notesMasterIdLst>
    <p:notesMasterId xmlns:r="http://schemas.openxmlformats.org/officeDocument/2006/relationships" r:id="Rfd35fb1376ab4ef4"/>
  </p:notesMasterIdLst>
  <p:sldIdLst>
    <p:sldId xmlns:r="http://schemas.openxmlformats.org/officeDocument/2006/relationships" id="256" r:id="Rd68bd2442c5d45b7"/>
    <p:sldId xmlns:r="http://schemas.openxmlformats.org/officeDocument/2006/relationships" id="257" r:id="Raad43be32cb34de9"/>
    <p:sldId xmlns:r="http://schemas.openxmlformats.org/officeDocument/2006/relationships" id="258" r:id="Rf236f9c29ede4137"/>
    <p:sldId xmlns:r="http://schemas.openxmlformats.org/officeDocument/2006/relationships" id="259" r:id="R55834944bc304015"/>
    <p:sldId xmlns:r="http://schemas.openxmlformats.org/officeDocument/2006/relationships" id="260" r:id="Rca2c556231e8482f"/>
    <p:sldId xmlns:r="http://schemas.openxmlformats.org/officeDocument/2006/relationships" id="261" r:id="R21eab567805f4a20"/>
    <p:sldId xmlns:r="http://schemas.openxmlformats.org/officeDocument/2006/relationships" id="262" r:id="R585cdf23d7be42bd"/>
    <p:sldId xmlns:r="http://schemas.openxmlformats.org/officeDocument/2006/relationships" id="263" r:id="R7b797ae4d7fd4a47"/>
    <p:sldId xmlns:r="http://schemas.openxmlformats.org/officeDocument/2006/relationships" id="264" r:id="Rb96a641f56514c16"/>
    <p:sldId xmlns:r="http://schemas.openxmlformats.org/officeDocument/2006/relationships" id="265" r:id="R4f3ecc77ebbe4e3f"/>
    <p:sldId xmlns:r="http://schemas.openxmlformats.org/officeDocument/2006/relationships" id="266" r:id="R08adb37449434db2"/>
    <p:sldId xmlns:r="http://schemas.openxmlformats.org/officeDocument/2006/relationships" id="267" r:id="R3a57407c87194d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649d1cb754b73" /><Relationship Type="http://schemas.openxmlformats.org/officeDocument/2006/relationships/theme" Target="/ppt/theme/theme1.xml" Id="R3a58b97cfe584851" /><Relationship Type="http://schemas.openxmlformats.org/officeDocument/2006/relationships/notesMaster" Target="/ppt/notesMasters/notesMaster1.xml" Id="Rfd35fb1376ab4ef4" /><Relationship Type="http://schemas.openxmlformats.org/officeDocument/2006/relationships/presProps" Target="/ppt/presProps.xml" Id="R9e571efac947496e" /><Relationship Type="http://schemas.openxmlformats.org/officeDocument/2006/relationships/viewProps" Target="/ppt/viewProps.xml" Id="R3e98d63a0e3b4b38" /><Relationship Type="http://schemas.openxmlformats.org/officeDocument/2006/relationships/tableStyles" Target="/ppt/tableStyles.xml" Id="R016da365b88a4ce2" /><Relationship Type="http://schemas.openxmlformats.org/officeDocument/2006/relationships/slide" Target="/ppt/slides/slide1.xml" Id="Rd68bd2442c5d45b7" /><Relationship Type="http://schemas.openxmlformats.org/officeDocument/2006/relationships/slide" Target="/ppt/slides/slide2.xml" Id="Raad43be32cb34de9" /><Relationship Type="http://schemas.openxmlformats.org/officeDocument/2006/relationships/slide" Target="/ppt/slides/slide3.xml" Id="Rf236f9c29ede4137" /><Relationship Type="http://schemas.openxmlformats.org/officeDocument/2006/relationships/slide" Target="/ppt/slides/slide4.xml" Id="R55834944bc304015" /><Relationship Type="http://schemas.openxmlformats.org/officeDocument/2006/relationships/slide" Target="/ppt/slides/slide5.xml" Id="Rca2c556231e8482f" /><Relationship Type="http://schemas.openxmlformats.org/officeDocument/2006/relationships/slide" Target="/ppt/slides/slide6.xml" Id="R21eab567805f4a20" /><Relationship Type="http://schemas.openxmlformats.org/officeDocument/2006/relationships/slide" Target="/ppt/slides/slide7.xml" Id="R585cdf23d7be42bd" /><Relationship Type="http://schemas.openxmlformats.org/officeDocument/2006/relationships/slide" Target="/ppt/slides/slide8.xml" Id="R7b797ae4d7fd4a47" /><Relationship Type="http://schemas.openxmlformats.org/officeDocument/2006/relationships/slide" Target="/ppt/slides/slide9.xml" Id="Rb96a641f56514c16" /><Relationship Type="http://schemas.openxmlformats.org/officeDocument/2006/relationships/slide" Target="/ppt/slides/slide10.xml" Id="R4f3ecc77ebbe4e3f" /><Relationship Type="http://schemas.openxmlformats.org/officeDocument/2006/relationships/slide" Target="/ppt/slides/slide11.xml" Id="R08adb37449434db2" /><Relationship Type="http://schemas.openxmlformats.org/officeDocument/2006/relationships/slide" Target="/ppt/slides/slide12.xml" Id="R3a57407c87194d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9c4d3f98e75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aeea5472b4358" /><Relationship Type="http://schemas.openxmlformats.org/officeDocument/2006/relationships/notesMaster" Target="/ppt/notesMasters/notesMaster1.xml" Id="Re689f46b424a47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6f8ae816054409" /><Relationship Type="http://schemas.openxmlformats.org/officeDocument/2006/relationships/notesMaster" Target="/ppt/notesMasters/notesMaster1.xml" Id="R703d9d7673e04e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dd06ea38d84a83" /><Relationship Type="http://schemas.openxmlformats.org/officeDocument/2006/relationships/notesMaster" Target="/ppt/notesMasters/notesMaster1.xml" Id="Rf4f7af20adcb43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59d9adc55f4f09" /><Relationship Type="http://schemas.openxmlformats.org/officeDocument/2006/relationships/notesMaster" Target="/ppt/notesMasters/notesMaster1.xml" Id="R2916152e4a6c4d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1eed20614447e4" /><Relationship Type="http://schemas.openxmlformats.org/officeDocument/2006/relationships/notesMaster" Target="/ppt/notesMasters/notesMaster1.xml" Id="R70319b9db56247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4c2557a5344987" /><Relationship Type="http://schemas.openxmlformats.org/officeDocument/2006/relationships/notesMaster" Target="/ppt/notesMasters/notesMaster1.xml" Id="Ra5afff76e3dc4a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c8074935b940f0" /><Relationship Type="http://schemas.openxmlformats.org/officeDocument/2006/relationships/notesMaster" Target="/ppt/notesMasters/notesMaster1.xml" Id="R75d66dbf90c047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e9e1892e264c6a" /><Relationship Type="http://schemas.openxmlformats.org/officeDocument/2006/relationships/notesMaster" Target="/ppt/notesMasters/notesMaster1.xml" Id="Rbb9fef62e54b4d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6b104fb59f4d4f" /><Relationship Type="http://schemas.openxmlformats.org/officeDocument/2006/relationships/notesMaster" Target="/ppt/notesMasters/notesMaster1.xml" Id="R30e137c8582b4f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d65a77f5a0455f" /><Relationship Type="http://schemas.openxmlformats.org/officeDocument/2006/relationships/notesMaster" Target="/ppt/notesMasters/notesMaster1.xml" Id="R4041bc93815844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f2f71e5b7b04b90" /><Relationship Type="http://schemas.openxmlformats.org/officeDocument/2006/relationships/notesMaster" Target="/ppt/notesMasters/notesMaster1.xml" Id="Rc9daa79058664f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d61e12529f4e85" /><Relationship Type="http://schemas.openxmlformats.org/officeDocument/2006/relationships/notesMaster" Target="/ppt/notesMasters/notesMaster1.xml" Id="R411c0aa8f07748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41f60fb83450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1b8656fa2a749a9" /><Relationship Type="http://schemas.openxmlformats.org/officeDocument/2006/relationships/slideLayout" Target="/ppt/slideLayouts/slideLayout2.xml" Id="R5cb4224e7f7243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b4224e7f7243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62f46b435c4ea5" /><Relationship Type="http://schemas.openxmlformats.org/officeDocument/2006/relationships/notesSlide" Target="/ppt/notesSlides/notesSlide1.xml" Id="R5227a0178a2f4e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9c49c288bc455f" /><Relationship Type="http://schemas.openxmlformats.org/officeDocument/2006/relationships/notesSlide" Target="/ppt/notesSlides/notesSlide2.xml" Id="R0ab8a34c88ff47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dacf92da7d41e8" /><Relationship Type="http://schemas.openxmlformats.org/officeDocument/2006/relationships/notesSlide" Target="/ppt/notesSlides/notesSlide3.xml" Id="R7dd8e0d5c35b4e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cec14f31dc49cd" /><Relationship Type="http://schemas.openxmlformats.org/officeDocument/2006/relationships/notesSlide" Target="/ppt/notesSlides/notesSlide4.xml" Id="Rc9ccad65c77745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65320a7d7f4f99" /><Relationship Type="http://schemas.openxmlformats.org/officeDocument/2006/relationships/notesSlide" Target="/ppt/notesSlides/notesSlide5.xml" Id="R2a8bbe7429e940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d3ad2dab4e4e8e" /><Relationship Type="http://schemas.openxmlformats.org/officeDocument/2006/relationships/notesSlide" Target="/ppt/notesSlides/notesSlide6.xml" Id="Rcfec2210df424a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2e4075332b4e88" /><Relationship Type="http://schemas.openxmlformats.org/officeDocument/2006/relationships/notesSlide" Target="/ppt/notesSlides/notesSlide7.xml" Id="R1b8537aea2af45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ccabb8760d466c" /><Relationship Type="http://schemas.openxmlformats.org/officeDocument/2006/relationships/notesSlide" Target="/ppt/notesSlides/notesSlide8.xml" Id="R9c8a2112999445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c7a51fc53540d7" /><Relationship Type="http://schemas.openxmlformats.org/officeDocument/2006/relationships/notesSlide" Target="/ppt/notesSlides/notesSlide9.xml" Id="Rd2e79c53f70144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a7f27cc64c4a82" /><Relationship Type="http://schemas.openxmlformats.org/officeDocument/2006/relationships/notesSlide" Target="/ppt/notesSlides/notesSlide10.xml" Id="R0d08cc1429d3474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d404e77974745" /><Relationship Type="http://schemas.openxmlformats.org/officeDocument/2006/relationships/notesSlide" Target="/ppt/notesSlides/notesSlide11.xml" Id="R14e3d640f1184a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f0d9aa962a4e6a" /><Relationship Type="http://schemas.openxmlformats.org/officeDocument/2006/relationships/notesSlide" Target="/ppt/notesSlides/notesSlide12.xml" Id="R6da007471ada42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4D49FD-2DA0-42DA-8EC2-C687CB89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F0B59-89B3-437D-9F29-FEA08267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7A2B7-2B2E-4582-8B34-22981862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2980E-7138-49E9-AD27-EAB58DF3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AA448-F6BD-41CE-999B-6112EECD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235AC-A815-415E-BE48-350A7606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"/>
            <a:ext cx="4953000" cy="666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7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IA EN ODONTOLOGIA-marker">
            <a:extLst xmlns:a="http://schemas.openxmlformats.org/drawingml/2006/main">
              <a:ext uri="{FF2B5EF4-FFF2-40B4-BE49-F238E27FC236}">
                <a16:creationId xmlns:a16="http://schemas.microsoft.com/office/drawing/2014/main" id="{1BB5FA89-057B-4D57-858A-4E3D17F7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IA EN ODONTOLOGIA-label">
            <a:extLst xmlns:a="http://schemas.openxmlformats.org/drawingml/2006/main">
              <a:ext uri="{FF2B5EF4-FFF2-40B4-BE49-F238E27FC236}">
                <a16:creationId xmlns:a16="http://schemas.microsoft.com/office/drawing/2014/main" id="{62476596-5D28-4127-8A28-65506B4E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IA EN ODONTOLOGIA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7AC05-6714-4636-99B2-DBE997AA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6762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IA no se elige como una religion.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 elige como una caja de herramientas.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9B097-9851-4E11-AD6F-AF6BE3C9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33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ChatGPT, Gemini, Claude Code y otras LLM comparadas con streaming, camaras reflex y autos premium.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01918-35AB-4228-AA5B-C720037D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25B34-DB33-4A93-9935-FA527EB2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0482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4E1EF-D855-4EB6-938C-38588EDD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530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catalogo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5DEE1-350F-4D0A-AF47-3330F161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Camaras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31E6F-776D-4511-9EDF-EC6E1318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673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E05463-9BE6-4ED8-9255-A9E4FA72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721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ecosistema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51255-A0D3-40B4-9280-92CD7BCC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912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E4C69-9246-4C47-B1B2-2517983B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8645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4A01E-5441-489B-826F-1516254A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791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preferencia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77FCF-9B45-4B03-BC1C-E2B3314F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477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Odontologia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5DB17-C43F-4D4A-87A2-C7119A3F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6210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7D7C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7D7CE"/>
                </a:solidFill>
                <a:latin typeface="Aptos"/>
                <a:ea typeface="Aptos"/>
                <a:cs typeface="Aptos"/>
              </a:rPr>
              <a:t>mejor resultado = tarea + contexto + criterio clinico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F4E94-839C-41F4-831C-EB3BB265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241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11613-80F2-4FE8-A082-2905B98D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administracion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C8009-0326-4293-9055-A87206E2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052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A44C4-27DD-45E8-B5B9-1EE07F39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624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pacientes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C04B9-58BE-4273-8E9C-646120F3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4340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713DCF-4287-407C-A9F4-B015A7E5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0060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clinica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5E5248-918C-4EFA-8BE7-5A18E37F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482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ECA684-F83E-474C-A7AF-144E5A3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05450"/>
            <a:ext cx="914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</p:spTree>
    <p:extLst>
      <p:ext uri="{BB962C8B-B14F-4D97-AF65-F5344CB8AC3E}">
        <p14:creationId xmlns:p14="http://schemas.microsoft.com/office/powerpoint/2010/main" val="12653623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8BE1A-3B53-4873-B8E3-AB7323B6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EDCE8-6EAC-4444-A688-997E5278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8E741-42B1-4EAE-8B61-5DCDD350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1919D-4383-4FCA-A52D-7CC6EEC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5" name="kicker-ANALOGIA 01-marker">
            <a:extLst xmlns:a="http://schemas.openxmlformats.org/drawingml/2006/main">
              <a:ext uri="{FF2B5EF4-FFF2-40B4-BE49-F238E27FC236}">
                <a16:creationId xmlns:a16="http://schemas.microsoft.com/office/drawing/2014/main" id="{DC117E94-ECCA-433C-BA99-49234CF4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ANALOGIA 01-label">
            <a:extLst xmlns:a="http://schemas.openxmlformats.org/drawingml/2006/main">
              <a:ext uri="{FF2B5EF4-FFF2-40B4-BE49-F238E27FC236}">
                <a16:creationId xmlns:a16="http://schemas.microsoft.com/office/drawing/2014/main" id="{9B7F7DE2-4104-4864-AB6A-DF6D2E79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ANALOGIA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7C121-994F-4AAF-9A3B-F53DA6F6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Como en streaming: nadie gana todo el catalogo.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3DEFD-4ADC-4B6B-970D-4415524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85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Netflix, HBO y Prime no se eligen solo por precio. Se eligen por lo que queres ver hoy.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29941-8D68-46B6-909C-23F821E2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5C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83D9C-847A-4AF9-833E-D5269908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Netflix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47D2E-422F-4AD6-9C69-46109A8E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volumen y variedad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9489C1-1706-4D3F-909D-A0C8939C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cuando necesito rapidez y opciones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50382-48AF-4071-B159-4F07F5A5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584FE-A59E-487C-AFD8-5DEA8BDD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574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39FAF-0508-4746-9DA0-521CDAF6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05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HBO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354BF-3938-4FED-8AAB-11F857A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calidad editorial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2604E-ECA5-494A-8D85-8EAB8217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cuando busco profundidad y consistencia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D4EF3-0CE5-4E42-818D-FFDB5544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00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DADB1-7612-4925-8F0C-9AF44885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5EF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E86D9B-5470-4C40-B469-5F40F563E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Prime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FCBE1-F75F-4838-A201-71858A7F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38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ecosistema amplio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E823A-25DA-40CC-84CD-91509E6A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cuando me sirve integracion con otros servicios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AD75E-2957-415E-A5C2-63DAB45D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67E5C-15A4-4999-BD14-674B0014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E40129-C2FE-4369-94B6-260F9D04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24500"/>
            <a:ext cx="979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Traduccion a IA: no preguntes 'cual es la mejor'. Pregunta 'cual me conviene para esta tarea odontologica'.</a:t>
            </a:r>
          </a:p>
        </p:txBody>
      </p:sp>
    </p:spTree>
    <p:extLst>
      <p:ext uri="{BB962C8B-B14F-4D97-AF65-F5344CB8AC3E}">
        <p14:creationId xmlns:p14="http://schemas.microsoft.com/office/powerpoint/2010/main" val="2639639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822F0B-E80B-4B6A-8978-7B531AF7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F0DD2-0223-416B-BD4C-BB155899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219D2-8771-4C66-9DE1-4463834B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3D555-C7B9-47EF-A6C9-2B7723B4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" name="kicker-ANALOGIA 02-marker">
            <a:extLst xmlns:a="http://schemas.openxmlformats.org/drawingml/2006/main">
              <a:ext uri="{FF2B5EF4-FFF2-40B4-BE49-F238E27FC236}">
                <a16:creationId xmlns:a16="http://schemas.microsoft.com/office/drawing/2014/main" id="{301279E8-7271-4606-A3E6-45882E93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ANALOGIA 02-label">
            <a:extLst xmlns:a="http://schemas.openxmlformats.org/drawingml/2006/main">
              <a:ext uri="{FF2B5EF4-FFF2-40B4-BE49-F238E27FC236}">
                <a16:creationId xmlns:a16="http://schemas.microsoft.com/office/drawing/2014/main" id="{FECB9E4A-9AE8-4620-951F-08B7C9E4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ANALOGIA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173D3-E23A-41BA-A456-B9E5A204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Como en fotografia: el cuerpo importa, pero el ecosistema decide.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02B45-4BA8-480A-9A83-26D53A66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75B24-366F-4F57-9E1A-E237F58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90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Camara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DCA88-DEA1-4BAC-AD32-440594DB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0955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052899-7A86-4982-B34E-3AD7AAEE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09800"/>
            <a:ext cx="2343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Lo que parece importar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05B9E-3B4E-40D3-B9DB-EB1FC995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95500"/>
            <a:ext cx="2952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EC2F0-9B35-47FF-9C56-75A41197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09800"/>
            <a:ext cx="2724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Lo que termina importando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642F76-A2A6-4FA2-8131-057F5DC7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53747-A5EE-4A38-88F8-9E128135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09800"/>
            <a:ext cx="3200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Equivalente en 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FD154-7E53-4A0E-8DA5-6FCB2EF0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56ABE-0C76-42FA-B14D-6F88E775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rPr>
              <a:t>Sony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641FF-12C7-4080-B7EC-3CCD5619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574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7640F8-8637-45C5-83EB-672838E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sensor y autofocus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B3F30-BC2B-4B8A-A051-0130266A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574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A2A09D-C73A-4F41-9A33-8FA8D62E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479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video, velocidad, tecnologia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1609F7-57A2-48C7-BA34-F8CAAB19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5745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5B7D1-B439-4179-8064-FCCCED57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47950"/>
            <a:ext cx="320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multimodalidad, imagen, automatizacion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B8C38-001F-461E-AD82-783B5024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301218-2AF9-4F4A-B4F8-D06F97D5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Canon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AC0A9-5518-4CA9-A308-F084AA03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337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F4E91-38FF-4A61-9CD5-CC36C19E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242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color y ergonomia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70F7F-F69E-4C29-87F6-AAA3690F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337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827B1-BF24-4DD4-98E9-73D9141B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242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flujo comodo para trabajo diario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B16841-CDC3-4827-B6A3-B6B9E5A5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3375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2BF8A9-6532-4CD0-BDDB-19ECA85A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24250"/>
            <a:ext cx="320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interfaz, tono, facilidad de adopcion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C5CE63-6570-4301-BBE8-87676459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B8A462-71A7-4FA8-B8B5-963B8812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rPr>
              <a:t>Nikon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BF3FCB-BD66-42FB-B399-A000465B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10050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8B4931-187D-4E76-8544-1BFF3B13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0055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robustez y fidelidad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89326-A3DF-4595-94A0-0669773E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1005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D66271-CBF8-4F16-9B28-26A4ACD0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0055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calidad consistente y optica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ABAA58-3E7A-4D69-90D4-0B78FE71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10050"/>
            <a:ext cx="342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9DAEE4-56C6-4722-A589-26C2BE50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00550"/>
            <a:ext cx="3200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razonamiento, fuentes, precision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9E7877-A25F-4EEF-8AE9-5B4F653C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La compra inteligente no es por fanatismo: es por flujo de trabajo, accesorios, resultados y costo de cambio.</a:t>
            </a:r>
          </a:p>
        </p:txBody>
      </p:sp>
    </p:spTree>
    <p:extLst>
      <p:ext uri="{BB962C8B-B14F-4D97-AF65-F5344CB8AC3E}">
        <p14:creationId xmlns:p14="http://schemas.microsoft.com/office/powerpoint/2010/main" val="12700697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75E92A-BA0A-4AE2-850C-BAF5C69A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532E8-889F-4E9F-8EF6-02808D57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C7806-D8E3-480A-96EF-DD866B24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9C6D0-806B-46EF-BEF6-3E98AB4C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5" name="kicker-ANALOGIA 03-marker">
            <a:extLst xmlns:a="http://schemas.openxmlformats.org/drawingml/2006/main">
              <a:ext uri="{FF2B5EF4-FFF2-40B4-BE49-F238E27FC236}">
                <a16:creationId xmlns:a16="http://schemas.microsoft.com/office/drawing/2014/main" id="{47FAD210-F086-462C-850A-349D22D6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ANALOGIA 03-label">
            <a:extLst xmlns:a="http://schemas.openxmlformats.org/drawingml/2006/main">
              <a:ext uri="{FF2B5EF4-FFF2-40B4-BE49-F238E27FC236}">
                <a16:creationId xmlns:a16="http://schemas.microsoft.com/office/drawing/2014/main" id="{97C6E16B-241A-46F6-92DF-2FE4ED4E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ANALOGIA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CEA66-45CC-4265-9CC0-1250140D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477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Como en autos: preferencia no significa ausencia de criterio.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EEA04-4C62-46E3-9DBD-B1735EF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590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Audi, Mercedes y BMW pueden ser excelentes. La decision cambia si priorizas confort, manejo, imagen, mantenimiento o tecnologia.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1486F-5631-4B8C-AE50-10839B5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004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4A1B9-6AD6-431A-A654-6D0883AF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76675"/>
            <a:ext cx="19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0AA847-11A6-4B3A-A378-50F666CE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76675"/>
            <a:ext cx="190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85058-3162-4B14-86E2-F33DED4C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3357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06B19-317D-49F5-8E13-C39A5100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717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Confort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A5218-2512-4166-A694-23D0CCEC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menos friccion para el equipo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FFE73-078F-4E43-B501-28480F62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56247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721E62-7CEF-4F92-8008-19B27BA4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006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0ED63-A692-4B23-988E-C1C8196B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86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mejor resultado en tareas exigentes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9F85C-FB80-48C4-8FCB-9DDA4FA8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562475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BF0D25-7EBF-4425-AD03-42DAD9D9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006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AC0AD3-9B1A-4D9E-89C7-6C59DE4E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486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privacidad, integracion y reglas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547456-F02F-408D-8E36-E7980558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42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06B323-3683-4529-8B1C-F4046017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819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mejor IA para una clinica es la que encaja con el trabajo real, no la que gana una demo aislada.</a:t>
            </a:r>
          </a:p>
        </p:txBody>
      </p:sp>
    </p:spTree>
    <p:extLst>
      <p:ext uri="{BB962C8B-B14F-4D97-AF65-F5344CB8AC3E}">
        <p14:creationId xmlns:p14="http://schemas.microsoft.com/office/powerpoint/2010/main" val="13860715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9CEAF-93A3-4C9B-B90C-574BA422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ADA9F-D3E0-4DB2-863E-0D1F78B9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7BA31-16A3-4F13-A471-45594AFE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527AA-71BA-466E-B8C6-50B7AEE6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5" name="kicker-MAPA CLINICO-marker">
            <a:extLst xmlns:a="http://schemas.openxmlformats.org/drawingml/2006/main">
              <a:ext uri="{FF2B5EF4-FFF2-40B4-BE49-F238E27FC236}">
                <a16:creationId xmlns:a16="http://schemas.microsoft.com/office/drawing/2014/main" id="{B1D38687-1130-4A88-B992-02C75625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PA CLINICO-label">
            <a:extLst xmlns:a="http://schemas.openxmlformats.org/drawingml/2006/main">
              <a:ext uri="{FF2B5EF4-FFF2-40B4-BE49-F238E27FC236}">
                <a16:creationId xmlns:a16="http://schemas.microsoft.com/office/drawing/2014/main" id="{42694C4A-57E8-4761-88E0-95A87E02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MAPA CLINICO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6668A-9129-4A26-A819-3EBA71F0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La IA entra mejor donde la tarea es repetible, auditable y revisable.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8AF80-7687-4928-9F0F-05300DB6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695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5426A-6006-4FA5-BD41-2B01FA4C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F7FC2-B443-4ED5-9E3B-EC35DB18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Front desk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0A069-8147-42BA-9AE4-9903E121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respuestas WhatsApp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recordatorios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seguimiento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483A6-EF27-4C80-B9AB-0480E26C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F6F4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F6F4A"/>
                </a:solidFill>
                <a:latin typeface="Aptos Mono"/>
                <a:ea typeface="Aptos Mono"/>
                <a:cs typeface="Aptos Mono"/>
              </a:rPr>
              <a:t>bajo riesgo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63001-8CC1-4C81-9508-DBF57004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71700"/>
            <a:ext cx="1695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90A8B6-8A3D-44AD-937C-399A6B15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717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75753-B346-4330-9C05-4DCF1B0E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765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Marketing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D61D2-DC58-4974-96E5-CF4A8340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posts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landing pages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SEO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C8F51-8870-4999-AAA8-E3244814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767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9A24D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C9A24D"/>
                </a:solidFill>
                <a:latin typeface="Aptos Mono"/>
                <a:ea typeface="Aptos Mono"/>
                <a:cs typeface="Aptos Mono"/>
              </a:rPr>
              <a:t>bajo riesgo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E5DC1-81B4-4179-9A0B-8B617AE8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71700"/>
            <a:ext cx="1695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5B37C0-DADD-4841-9B93-A412119F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717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780E29-B616-4F1B-B58F-FB3BEB32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765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Paciente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9BE92C-7E4D-4024-8756-074E2DF3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289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explicaciones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consentimiento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instrucciones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974F9-DCD7-4D18-8CBB-89B98C33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767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B9273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7B9273"/>
                </a:solidFill>
                <a:latin typeface="Aptos Mono"/>
                <a:ea typeface="Aptos Mono"/>
                <a:cs typeface="Aptos Mono"/>
              </a:rPr>
              <a:t>bajo riesgo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CBA745-53FA-4039-A82B-AAC6935F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1695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602CE-D4F2-4750-AC62-FDABE029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8A77E7-760E-43A5-A963-00486BD0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765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Clinica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E35C1-AC66-450A-AB10-BC177FB6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resumen de historia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checklists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educacion interna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1A7C0-761F-403A-8DCC-C2ADA449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767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7A9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517A9A"/>
                </a:solidFill>
                <a:latin typeface="Aptos Mono"/>
                <a:ea typeface="Aptos Mono"/>
                <a:cs typeface="Aptos Mono"/>
              </a:rPr>
              <a:t>riesgo medio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BE8003-964D-4845-908F-A7016F03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16954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A9391A-FE22-4F7F-A396-D18F938C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16954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1921E-3013-4C04-9DC5-72C2FAFF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Gestion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63756-E59B-41DF-A5FF-91781855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28950"/>
            <a:ext cx="1390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reportes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compras</a:t>
            </a:r>
          </a:p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indicadores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FEFAAD-3D37-4C01-B747-3FA489C3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07670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62421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162421"/>
                </a:solidFill>
                <a:latin typeface="Aptos Mono"/>
                <a:ea typeface="Aptos Mono"/>
                <a:cs typeface="Aptos Mono"/>
              </a:rPr>
              <a:t>bajo riesgo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2C2AE9-2A60-48E3-BFCB-96324977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Regla practica: primero tareas no diagnosticas. Despues tareas clinicas asistidas, siempre con revision profesional.</a:t>
            </a:r>
          </a:p>
        </p:txBody>
      </p:sp>
    </p:spTree>
    <p:extLst>
      <p:ext uri="{BB962C8B-B14F-4D97-AF65-F5344CB8AC3E}">
        <p14:creationId xmlns:p14="http://schemas.microsoft.com/office/powerpoint/2010/main" val="17797795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0C6D86-64DF-4CC3-9F69-6A4EF313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16836-D8C3-43A6-A737-BC93E833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423FC-CA1B-4B73-B69B-05E50BF5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09ACF-F822-4F31-88E2-65735311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" name="kicker-COMPARACION-marker">
            <a:extLst xmlns:a="http://schemas.openxmlformats.org/drawingml/2006/main">
              <a:ext uri="{FF2B5EF4-FFF2-40B4-BE49-F238E27FC236}">
                <a16:creationId xmlns:a16="http://schemas.microsoft.com/office/drawing/2014/main" id="{C15F2E45-6197-4F6E-BC1F-2A540775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COMPARACION-label">
            <a:extLst xmlns:a="http://schemas.openxmlformats.org/drawingml/2006/main">
              <a:ext uri="{FF2B5EF4-FFF2-40B4-BE49-F238E27FC236}">
                <a16:creationId xmlns:a16="http://schemas.microsoft.com/office/drawing/2014/main" id="{791757A3-E469-46F5-8EE8-7BCF326A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COMPARACION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DD4B1-AD50-4734-BD04-99B656E6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858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Las LLM compiten distinto segun entrada, salida y tolerancia al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6F217-FDCF-4FF7-B0E0-E4CCC3F1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2404B7-998E-45FF-A7A6-FCC93B84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1581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Herramienta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92A53-2539-4DAC-A6CD-6E98744C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907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37CF8D-9717-45AE-8D8D-BF7E719A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95475"/>
            <a:ext cx="2819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Donde suele brillar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642A8-9C24-4C20-A3B6-A4B294B9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907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0333A9-927F-4E14-A54F-BBCAE1F2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95475"/>
            <a:ext cx="3200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Uso odontologico razonable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F86D8-407A-4C91-8ADE-626136EA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2B6DEF-0063-4AFA-B7D8-78AE9175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95475"/>
            <a:ext cx="2247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Cuidado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4A1D3-B9CD-4A20-875B-02B7B148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D63948-D195-4915-B60F-69A402DF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581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rPr>
              <a:t>ChatGPT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8A7A9-2768-46A5-A860-C47D30E4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1455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B22A3-7FEF-4A6B-AEE6-75F156BA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47900"/>
            <a:ext cx="2819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conversacion, archivos, analisis, imagen, memoria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63C722-7DD8-41D8-8C85-9AABB907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32FEB-5F1F-424D-B19F-49F6A80C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47900"/>
            <a:ext cx="320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educacion al paciente, guiones, documentos, planes de contenido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B6AB4C-313B-4951-9AA2-BEE1A61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145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78D44-28C6-457D-8AFD-098B781D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puede sonar convincente aunque falte fuente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561A1-0DBF-4654-B399-B5C60DFB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54F20-4069-461E-A105-15C35EC2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1581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rPr>
              <a:t>Gemini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67A04-C5BE-47C2-A8E9-C3375BFA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5275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C37FAE-C243-4549-BD5C-6D130E2E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86100"/>
            <a:ext cx="2819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ecosistema Google, multimodalidad, video, audio, contexto largo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0BD122-2234-41AB-A1E6-4949AFA4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527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73CAD-41A3-4E55-B955-2825956B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86100"/>
            <a:ext cx="320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material visual, investigacion amplia, integracion con Drive/Workspace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74A8FF-6A5D-4D6F-AB95-5697FFE1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50773E-042F-44D2-AF46-5B4839FD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modelos preview cambian; validar estabilidad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40A55E-2B64-4D38-ACF7-035AEC50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15B372-20B9-48C0-ACE7-9EB7A5D2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1581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Claude Code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8F30C1-9ABA-465B-8B49-AB34933B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79095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F5AA23-C5D7-4FE2-9AFA-D0C2305A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24300"/>
            <a:ext cx="2819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codigo, repo, git, automatizacion, agentes tecnicos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935FC8-03DE-457A-9591-2A35F0D1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909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FBE8C3-AC0A-4B32-BD83-CB81BF5A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924300"/>
            <a:ext cx="320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software de clinica, dashboards, importadores, automatizacion interna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8CEE65-1311-47D0-A1B4-4B324F08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909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15B549-2E97-449F-8131-FF2BE7A9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2430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no es para diagnostico; es herramienta tecnica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4189CA-CD20-4008-B992-9EC953B5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268EE2-C17C-4D06-8503-5D2CDE3C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581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rPr>
              <a:t>Otras LLM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31E33A-8B7E-4360-8043-3B3B649C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29150"/>
            <a:ext cx="3048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A4588D-D356-4126-A056-D76405F9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2819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busqueda citada, privacidad local, costos, nichos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493C50-387E-4799-BA38-76379D34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29150"/>
            <a:ext cx="342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3750D5-5835-4B66-BE5F-0C0D5AF4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320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segunda opinion documental, RAG privado, tareas economicas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435D9D-4860-4B01-85E1-AE61AC4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29150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47C028-C1BC-44B0-9DD2-29AFF7B4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247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calidad variable; requiere gobernanza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2522AA-E687-4074-88A0-8845DFB1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Nota: 'Cloud Code' en la charla conviene corregirlo a 'Claude Code' si hablamos de Anthropic.</a:t>
            </a:r>
          </a:p>
        </p:txBody>
      </p:sp>
    </p:spTree>
    <p:extLst>
      <p:ext uri="{BB962C8B-B14F-4D97-AF65-F5344CB8AC3E}">
        <p14:creationId xmlns:p14="http://schemas.microsoft.com/office/powerpoint/2010/main" val="1969429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0F5673-590D-441C-8274-A99F878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6D483-826A-43F3-9E99-501662EF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23090-6394-49AB-826F-0296AFAB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3B309-C6C2-4F6B-A852-0E3D847D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5" name="kicker-CASOS DE USO-marker">
            <a:extLst xmlns:a="http://schemas.openxmlformats.org/drawingml/2006/main">
              <a:ext uri="{FF2B5EF4-FFF2-40B4-BE49-F238E27FC236}">
                <a16:creationId xmlns:a16="http://schemas.microsoft.com/office/drawing/2014/main" id="{FCACF99A-B5ED-4D75-979D-AEE7F838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CASOS DE USO-label">
            <a:extLst xmlns:a="http://schemas.openxmlformats.org/drawingml/2006/main">
              <a:ext uri="{FF2B5EF4-FFF2-40B4-BE49-F238E27FC236}">
                <a16:creationId xmlns:a16="http://schemas.microsoft.com/office/drawing/2014/main" id="{B14E9BDE-2A33-4F11-94DF-0DC900B1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CASOS DE USO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8577FE-620C-4E74-9455-F223B511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En odontologia, la adopcion sana sube por escalones.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E3879-9453-4AE9-AACD-98456F6E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FE25D-B491-4B7D-83D1-C5F5D087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775B7-7A6B-431E-8B86-0A60E730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89FC2-78FF-4837-8515-D0B77885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050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Comunicacion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4A383-41AF-4E8F-9DD5-1D69672A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336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mensajes, FAQs, indicaciones postoperatorias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9BDB3-98D8-4165-810B-EABB6614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43200"/>
            <a:ext cx="7962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CE6B4-6DC3-47B6-99A9-DF7AA616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765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94C1C5-4611-4CA6-A000-043C15C1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146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05C2D-FF37-43AC-8060-D640AFD5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860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Documentacion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29FA4-A1B1-4F92-9AF3-C9D3CD4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9146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resumenes, plantillas, checklist de consulta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A99C2-8922-4E1F-A446-578E9F4F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524250"/>
            <a:ext cx="7543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B4348-461B-4745-8700-57FE84E6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576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B3D0B6-FC12-4015-BE32-AED338EF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957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EDD76-DD0B-41AF-B3C8-110FE720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671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Educacion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C188B-CA85-444A-AFFE-BDF992BA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explicar tratamientos sin jerga innecesaria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683AE-3233-4A46-AD6F-F55D26B3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05300"/>
            <a:ext cx="712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A8921-EBAB-4137-8873-A54E8CA7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38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B4D1F1-BF98-4E9B-9C80-49F67A11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7675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F6B60C-97AF-4165-919E-6EFECE6C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4817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Gestion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3754A0-1EEF-4BD0-9886-583217EC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76750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indicadores, agenda, compras, cobranzas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F9E9B2-0528-4139-80D0-3246C41B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86350"/>
            <a:ext cx="670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9525">
            <a:solidFill>
              <a:srgbClr val="16242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F631E5-651A-4C83-A2C5-6843F976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197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DA525A-4E91-42EA-9763-39082F89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57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B5BE0A-1E63-4BF8-8321-45463FD1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29225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Clinica asistida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63280E-CD0C-4793-98BC-CB498184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578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9E2D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9E2DF"/>
                </a:solidFill>
                <a:latin typeface="Aptos"/>
                <a:ea typeface="Aptos"/>
                <a:cs typeface="Aptos"/>
              </a:rPr>
              <a:t>solo con sistemas validados y revision profesional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70CA3-0DEB-4DC7-94AF-92FF31AD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8170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No conviene empezar por lo mas riesgoso. Conviene empezar por lo que libera tiempo sin comprometer decisiones clinicas.</a:t>
            </a:r>
          </a:p>
        </p:txBody>
      </p:sp>
    </p:spTree>
    <p:extLst>
      <p:ext uri="{BB962C8B-B14F-4D97-AF65-F5344CB8AC3E}">
        <p14:creationId xmlns:p14="http://schemas.microsoft.com/office/powerpoint/2010/main" val="1112339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ED4505-4BC5-4173-BB46-6E2AFF0C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2752C-F18F-470B-B05A-0A61F53F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D276F-6534-4F00-B8B3-3C1E5096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62F61-1488-4971-9244-DD60D31F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5" name="kicker-ELECCION POR TAREA-marker">
            <a:extLst xmlns:a="http://schemas.openxmlformats.org/drawingml/2006/main">
              <a:ext uri="{FF2B5EF4-FFF2-40B4-BE49-F238E27FC236}">
                <a16:creationId xmlns:a16="http://schemas.microsoft.com/office/drawing/2014/main" id="{CBCF17B3-FB81-46CC-8843-243999FB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ELECCION POR TAREA-label">
            <a:extLst xmlns:a="http://schemas.openxmlformats.org/drawingml/2006/main">
              <a:ext uri="{FF2B5EF4-FFF2-40B4-BE49-F238E27FC236}">
                <a16:creationId xmlns:a16="http://schemas.microsoft.com/office/drawing/2014/main" id="{AF596DD5-5B72-4C49-94F4-28CC3A12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ELECCION POR TAREA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74C06-EA24-461B-BC89-CF60298E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La herramienta correcta aparece cuando definis el trabajo.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D2D8E-914F-455C-B8C6-AF382EA0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1FDF7-82E0-419E-B89A-784F8E92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859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1ECAE-8625-4DFF-994F-A13A49D6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8855C-30AD-42FA-8A7C-48004773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Necesito escribir mejor para pacientes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AE3BE-E112-481B-8027-A9D3A1FB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288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ChatGPT / Claude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AF21A-F5FA-454B-B04B-8C3E5DA4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28825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tono, estructura, objeciones, claridad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F28E8-6972-49FA-883A-AB74F2DF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DA1EE3-2EF6-408C-9DD3-463419BE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289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AE496-DEE7-4CD3-9EF4-037FDC20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28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3C884-842A-4788-AD73-2483632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Necesito piezas visuales o multimodales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6BB7F-52DA-452D-8025-51661F32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7177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Gemini / ChatGPT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3AD5E-8923-4232-892B-93AFD06F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71775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imagen, video, audio, materiales educativos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FE75B4-D03D-4FAA-B2C9-22FABDEA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DB1BE-2455-4388-A654-03CD1432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718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FFB1DA-6375-4343-8AE3-2E0392E2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8F998-9BCD-4ABE-A332-EC64A9D8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Necesito investigar y citar rapido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2EFE21-EACC-4F4D-9078-76A48269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147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Perplexity / ChatGPT / Gemini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833B5A-36F8-47C3-87BB-AFDD80EA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14725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fuentes, comparacion, resumen verificable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7A7172-DBDA-45F5-B318-A1DC23F9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481F8-98FD-4608-A7FE-51C9898F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D80C0C-4134-402E-A975-BDC107D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6E2B98-B498-4671-B57C-976195D2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Necesito tocar codigo o sistemas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70B8AF-1CB9-4EB4-BD7D-EE74FB8F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5767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Claude Code / Codex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D2D870-1EF8-4326-9467-DB451924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57675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repo, tests, git, integraciones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B138E5-3B48-4062-B820-FF15597A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900ED9-30E5-4BEE-84F4-1E9F9F4B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6C154D-DB83-4F7F-BBD6-733F47AA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066E2D-2723-4D67-A81A-449525B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Necesito privacidad fuerte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2AD0AA-278C-4554-A4D4-4A2821BB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00625"/>
            <a:ext cx="2247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 local / entorno cerrado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0C18A7-80CB-4869-B7C8-58800701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00625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datos sensibles, compliance, control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83AB7A-D6A9-4441-B937-9C37E3EE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09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El criterio no es marca. Es: input disponible, calidad esperada, riesgo, privacidad y tiempo de revision.</a:t>
            </a:r>
          </a:p>
        </p:txBody>
      </p:sp>
    </p:spTree>
    <p:extLst>
      <p:ext uri="{BB962C8B-B14F-4D97-AF65-F5344CB8AC3E}">
        <p14:creationId xmlns:p14="http://schemas.microsoft.com/office/powerpoint/2010/main" val="175569735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94F836-A405-4F75-B394-72BB386A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F223E-821D-49CA-AC4D-5E264660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F855C-854C-4AFB-A334-D316B52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79A6A-3984-4FFA-956E-D289069C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5" name="kicker-PROMPTING-marker">
            <a:extLst xmlns:a="http://schemas.openxmlformats.org/drawingml/2006/main">
              <a:ext uri="{FF2B5EF4-FFF2-40B4-BE49-F238E27FC236}">
                <a16:creationId xmlns:a16="http://schemas.microsoft.com/office/drawing/2014/main" id="{A7900574-114B-491F-B512-CA61A0B9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PROMPTING-label">
            <a:extLst xmlns:a="http://schemas.openxmlformats.org/drawingml/2006/main">
              <a:ext uri="{FF2B5EF4-FFF2-40B4-BE49-F238E27FC236}">
                <a16:creationId xmlns:a16="http://schemas.microsoft.com/office/drawing/2014/main" id="{EB655602-10BE-4DDC-BC52-A938FB38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PROMPTING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1D138-B7BD-44B5-85B6-F2AE37A0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Un buen prompt odontologico baja ambiguedad antes de pedir creatividad.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9EDE5-B09A-4B31-987F-F28D6C21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42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5C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B558CC-B61D-4763-8495-0569B7D8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BA6DA-FB2E-4914-9D33-71BCE2CC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Contexto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281881-42B0-46BE-BC3C-00954098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06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tipo de paciente, tratamiento, canal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E13D80-B7CB-47BD-9F4F-27B3A18A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47900"/>
            <a:ext cx="142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144231-32CD-4D64-B187-0ADFFC27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E33BE-3A7D-4AFC-983A-CC9C2EF5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003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A99ACF-8049-4B33-BE95-E8C4F242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106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odontologo, recepcion, coordinador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ACE4C-47F2-40EF-8AFD-1E781F23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47900"/>
            <a:ext cx="142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5C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DE9F4-4330-46E1-8AB4-0F44A899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9F1FB-C5A0-444C-A52E-ECDB8F08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003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18744-11FF-436A-A65B-6644DEAE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106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historia, protocolo, web, articulo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1EF53-FA43-4DE4-88C5-1F622BEF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47900"/>
            <a:ext cx="142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305AAA-D2F2-477F-A2A1-DC8120A5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AE73D-1FAB-4890-940D-9F93DF32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Limite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08229-1D52-4F1C-8DDD-F1012059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06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no diagnosticar, no prometer resultado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88B32D-EF37-4612-8B70-A676B23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47900"/>
            <a:ext cx="142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5C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DC48F-E89E-487E-81FB-5C6E7C00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5C76D7-CF8D-4A04-A847-EAC00C9A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Formato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7A677-AA01-47F3-BF82-8EEB5374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106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WhatsApp, checklist, tabla, guion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105A52-B19C-44DE-97E8-7C86C3AC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47900"/>
            <a:ext cx="1428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1CFB1E-ED94-441D-B94E-8686FB1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438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FE07E-764F-40AD-8CEB-A9B8CDA6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00375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336ACA-6007-4474-814B-EEA64A4E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06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preguntas, riesgos, version corta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DD1BC3-327A-40A1-B483-DCE79751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9BF7F2-4C83-4A23-B9D9-1907A02C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86350"/>
            <a:ext cx="868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Ejemplo: 'Redacta un WhatsApp post blanqueamiento para un paciente ansioso. Tono calido, sin prometer resultados, 90 palabras, incluye alarma y cuando consultar'.</a:t>
            </a:r>
          </a:p>
        </p:txBody>
      </p:sp>
    </p:spTree>
    <p:extLst>
      <p:ext uri="{BB962C8B-B14F-4D97-AF65-F5344CB8AC3E}">
        <p14:creationId xmlns:p14="http://schemas.microsoft.com/office/powerpoint/2010/main" val="19768402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5EDC25-22A2-4747-B707-520E514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2DED3-F55A-4D2C-8288-D18F693D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84D9B-C86F-4996-9A65-5259D2E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01BE4-647A-4997-A7F3-F5069CD3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5" name="kicker-LIMITES-marker">
            <a:extLst xmlns:a="http://schemas.openxmlformats.org/drawingml/2006/main">
              <a:ext uri="{FF2B5EF4-FFF2-40B4-BE49-F238E27FC236}">
                <a16:creationId xmlns:a16="http://schemas.microsoft.com/office/drawing/2014/main" id="{511E2B2B-D936-4E43-AFCE-B9283623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LIMITES-label">
            <a:extLst xmlns:a="http://schemas.openxmlformats.org/drawingml/2006/main">
              <a:ext uri="{FF2B5EF4-FFF2-40B4-BE49-F238E27FC236}">
                <a16:creationId xmlns:a16="http://schemas.microsoft.com/office/drawing/2014/main" id="{FB55B16A-F4F9-47DA-8F9C-86595895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LIMITES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C66D1-74A0-4334-A4EF-DB187DB4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El limite no frena la IA: la vuelve usable en salud.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B1F52-AB9C-4A42-B4EC-88F3AAA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01670-1A3B-4FF9-A0C2-D51D262B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478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C27F2-CEFD-418F-9597-BF69E60B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Privacidad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58647-35DE-4034-889B-9B14C8F2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7167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no subir datos identificables sin base legal, consentimiento y control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7C4709-1C58-4762-9120-7F107D98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132D6-C911-4A1B-A94E-15742136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527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590D1-555A-4629-A10B-549C6469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Alucinacion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378530-5B8F-44BE-959B-3DA964E9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765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pedir fuentes, verificar, no copiar respuestas clinicas sin revisar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5A0A5-B99A-47BF-A4F9-DF458ACA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7A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DB86BA-49EE-4F11-BBFD-709962AC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575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A14DA-F65C-4C32-A789-3ACA35DD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Diagnostico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6572D-C886-4CC0-A30A-53D02037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8137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LLM general no reemplaza exploracion, imagen ni juicio profesional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DFA56-9501-4C25-8094-1999650D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6240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F2ECA-4997-4705-AB4F-D84B4003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6240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6345D3-092F-4506-BC29-090A9785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8622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Regulacion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E9EBD-29D1-4FC8-BF7E-9C673367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862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software clinico con IA puede entrar en reglas de dispositivo medico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E02CA-4647-4DAB-9845-E4E5B0DF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4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D16B4-BF6C-4D22-81A7-DCCB279A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41977D-8FFB-4185-8872-A37F8C0B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9107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Responsabilidad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CDDD1A-91FD-4B0E-87C1-266296D0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9107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62421"/>
                </a:solidFill>
                <a:latin typeface="Aptos"/>
                <a:ea typeface="Aptos"/>
                <a:cs typeface="Aptos"/>
              </a:rPr>
              <a:t>la decision final queda en el profesional y la clinica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562347-5D71-4172-88E8-07CF4607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3405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Frase util para la charla: 'IA como copiloto, no como piloto clinico'.</a:t>
            </a:r>
          </a:p>
        </p:txBody>
      </p:sp>
    </p:spTree>
    <p:extLst>
      <p:ext uri="{BB962C8B-B14F-4D97-AF65-F5344CB8AC3E}">
        <p14:creationId xmlns:p14="http://schemas.microsoft.com/office/powerpoint/2010/main" val="20758046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FA467-9881-45E9-AA3A-CF43DC7D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52AC5-04FA-4D54-AAC6-EBFB9FCC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336D2D-FA6A-4412-A930-E76E30D8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OpenAI, Anthropic, Google AI, ADA, FDA | actualizado 21 mayo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4A487-0D6D-4DF4-850E-ED54B28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5" name="kicker-DEMO EN VIVO-marker">
            <a:extLst xmlns:a="http://schemas.openxmlformats.org/drawingml/2006/main">
              <a:ext uri="{FF2B5EF4-FFF2-40B4-BE49-F238E27FC236}">
                <a16:creationId xmlns:a16="http://schemas.microsoft.com/office/drawing/2014/main" id="{D0D767CC-1802-43F2-A966-01A69D97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DEMO EN VIVO-label">
            <a:extLst xmlns:a="http://schemas.openxmlformats.org/drawingml/2006/main">
              <a:ext uri="{FF2B5EF4-FFF2-40B4-BE49-F238E27FC236}">
                <a16:creationId xmlns:a16="http://schemas.microsoft.com/office/drawing/2014/main" id="{669AE329-3A74-47A1-844E-1E932E14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DEMO EN VIVO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37A02-C7D0-4545-B4CA-46BFA934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Tres demostraciones cortas hacen mas que veinte promesas.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EFDCD-791A-40FF-9826-66CAA938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BE24F-D2EE-4FF4-A7AF-2214890D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2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32CAC-5C45-4361-AC3F-C4CB239E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Paciente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4CB04-1F3F-4274-A5BA-64AC1739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Explicar implante + corona en lenguaje claro, con cuidados y objeciones frecuentes.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9DF8D-D852-4BC1-B024-BBCF58AF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mostrar: input -&gt; salida -&gt; revision humana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4E797-5EED-4EF4-A13A-B0F51265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72DF3-6241-479E-9FB4-A5FCF3C1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1D441-E28E-41A0-B72C-CB85DDAE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860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rPr>
              <a:t>Clinica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382FC-5FC1-41AC-A5F9-2AE5EB90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5755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Convertir notas desordenadas en checklist de consulta y tareas para recepcion.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56FE1-6602-4E30-A759-03D472A1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29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mostrar: input -&gt; salida -&gt; revision humana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CC154-826F-4A43-94AD-73017EAF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05D01-3C50-47C4-BC5D-2734455E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2952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2DB68-44DF-4067-85E3-5D404901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F6F4A"/>
                </a:solidFill>
                <a:latin typeface="Aptos Display"/>
                <a:ea typeface="Aptos Display"/>
                <a:cs typeface="Aptos Display"/>
              </a:rPr>
              <a:t>Sistema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9D3BC-5D73-4E32-9950-3849F28B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57550"/>
            <a:ext cx="238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Pedir a Claude Code/Codex que revise un bug de agenda y proponga test minimo.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D5D35-6EBC-4B48-AE7B-9F8CBAC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mostrar: input -&gt; salida -&gt; revision humana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CCA44A-DBE7-495C-A8ED-104DC849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La demo debe mostrar criterio: que corregis, que aceptas y que nunca delegarias.</a:t>
            </a:r>
          </a:p>
        </p:txBody>
      </p:sp>
    </p:spTree>
    <p:extLst>
      <p:ext uri="{BB962C8B-B14F-4D97-AF65-F5344CB8AC3E}">
        <p14:creationId xmlns:p14="http://schemas.microsoft.com/office/powerpoint/2010/main" val="20159677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E85452-DF8A-455A-9F24-3B5F3C06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ED13F-D716-4525-976D-A57994F6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DF6F4-3054-4446-9B45-EC7C6103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638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Fuentes: OpenAI Help Center, Anthropic Claude Code Docs, Google AI Developers, ADA, FDA | no usar IA para diagnostico autonomo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8C84E-DF0F-427B-AC96-9CA4318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198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1887E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5" name="kicker-CIERRE-marker">
            <a:extLst xmlns:a="http://schemas.openxmlformats.org/drawingml/2006/main">
              <a:ext uri="{FF2B5EF4-FFF2-40B4-BE49-F238E27FC236}">
                <a16:creationId xmlns:a16="http://schemas.microsoft.com/office/drawing/2014/main" id="{23766A2B-B222-462B-BC29-07921289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F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CIERRE-label">
            <a:extLst xmlns:a="http://schemas.openxmlformats.org/drawingml/2006/main">
              <a:ext uri="{FF2B5EF4-FFF2-40B4-BE49-F238E27FC236}">
                <a16:creationId xmlns:a16="http://schemas.microsoft.com/office/drawing/2014/main" id="{A2CF4F6A-1EB6-4A8D-AA16-E68914F6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361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defRPr>
            </a:pPr>
            <a:r>
              <a:rPr sz="713" b="1">
                <a:solidFill>
                  <a:srgbClr val="667069"/>
                </a:solidFill>
                <a:latin typeface="Aptos Mono"/>
                <a:ea typeface="Aptos Mono"/>
                <a:cs typeface="Aptos Mono"/>
              </a:rPr>
              <a:t>CIERRE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EF27A-F777-4D7B-889F-F64C7D3C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001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62421"/>
                </a:solidFill>
                <a:latin typeface="Aptos Display"/>
                <a:ea typeface="Aptos Display"/>
                <a:cs typeface="Aptos Display"/>
              </a:rPr>
              <a:t>No compres una IA. Disena un sistema minimo de adopcion.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ED4E5-4BF9-4D78-9645-08EE438F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C6A4D-0F52-4A25-A5FA-50292A89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7B9273"/>
                </a:solidFill>
                <a:latin typeface="Aptos Display"/>
                <a:ea typeface="Aptos Display"/>
                <a:cs typeface="Aptos Display"/>
              </a:rPr>
              <a:t>Semana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F1721-5721-4B1C-A9FE-4C14ABA1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inventario de tareas repetidas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FC408-547F-4515-8BAC-7504D9FB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elegir 3 casos sin riesgo clinico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C4774-F7DC-4843-A2BF-25AA4CF9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6997A-EEA8-45EE-A5E5-177B6522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C9A24D"/>
                </a:solidFill>
                <a:latin typeface="Aptos Display"/>
                <a:ea typeface="Aptos Display"/>
                <a:cs typeface="Aptos Display"/>
              </a:rPr>
              <a:t>Semana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44705-75E8-49CB-B282-B73F21EA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prompts base y plantillas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71E27C-3BCC-48C5-893A-0DD009C1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00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WhatsApp, explicaciones, checklists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19D47-0EAF-430A-B4C4-1AA6AB31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01885-B1EA-4D77-A172-9D569B8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517A9A"/>
                </a:solidFill>
                <a:latin typeface="Aptos Display"/>
                <a:ea typeface="Aptos Display"/>
                <a:cs typeface="Aptos Display"/>
              </a:rPr>
              <a:t>Semana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BAC35-9ED1-4C06-8F40-FDA7D854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4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2421"/>
                </a:solidFill>
                <a:latin typeface="Aptos"/>
                <a:ea typeface="Aptos"/>
                <a:cs typeface="Aptos"/>
              </a:rPr>
              <a:t>revision y privacidad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B9D2E-8787-4CE1-A98D-B73909E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00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69"/>
                </a:solidFill>
                <a:latin typeface="Aptos"/>
                <a:ea typeface="Aptos"/>
                <a:cs typeface="Aptos"/>
              </a:rPr>
              <a:t>quien aprueba, que datos no se suben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C906E-73C4-42F3-BCE4-A3791918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90750"/>
            <a:ext cx="21526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9525">
            <a:solidFill>
              <a:srgbClr val="1624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1D333-DE01-48E3-91D0-2065B5C3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Semana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9138FD-5E57-41FC-A5FE-FEA504BB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medir ahorro y calidad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27AF6-2B62-40D0-AFEC-8B613B7C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0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9E2D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9E2DF"/>
                </a:solidFill>
                <a:latin typeface="Aptos"/>
                <a:ea typeface="Aptos"/>
                <a:cs typeface="Aptos"/>
              </a:rPr>
              <a:t>tiempo, errores, satisfaccion del equipo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3D106-2939-4E29-880C-24E3C4B1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962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87FD6B-6B9A-4FDE-B5C3-30D56ADD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43500"/>
            <a:ext cx="9124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 odontologia no necesita mas software por moda. Necesita mejores decisiones, menos friccion y mas tiempo clinico bien usado.</a:t>
            </a:r>
          </a:p>
        </p:txBody>
      </p:sp>
    </p:spTree>
    <p:extLst>
      <p:ext uri="{BB962C8B-B14F-4D97-AF65-F5344CB8AC3E}">
        <p14:creationId xmlns:p14="http://schemas.microsoft.com/office/powerpoint/2010/main" val="1712816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2026-05-21T08:50:01.1360000Z</dcterms:created>
  <dcterms:modified xsi:type="dcterms:W3CDTF">2026-05-21T08:50:01.1360000Z</dcterms:modified>
</coreProperties>
</file>